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siness case and scope" id="{fbeeda25-75ce-8f49-0d8a-06b2cba88861}">
          <p14:sldIdLst>
            <p14:sldId id="256"/>
            <p14:sldId id="257"/>
            <p14:sldId id="258"/>
          </p14:sldIdLst>
        </p14:section>
        <p14:section name="Technical design" id="{09410c6f-e308-4671-0056-1875107946a3}">
          <p14:sldIdLst>
            <p14:sldId id="259"/>
            <p14:sldId id="260"/>
          </p14:sldIdLst>
        </p14:section>
        <p14:section name="Costs and decisions" id="{af14e517-a724-af58-5aaa-af1d56ed0314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AB1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Smart Notes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517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AI notes that turn into summaries, tags and tasks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Project proposal · Status: in development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Smart Notes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head"/>
          <p:cNvSpPr txBox="1"/>
          <p:nvPr/>
        </p:nvSpPr>
        <p:spPr>
          <a:xfrm>
            <a:off x="64008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Problem</a:t>
            </a:r>
            <a:endParaRPr lang="en-US" sz="2000" dirty="0"/>
          </a:p>
        </p:txBody>
      </p:sp>
      <p:sp>
        <p:nvSpPr>
          <p:cNvPr id="5" name="problem body"/>
          <p:cNvSpPr txBox="1"/>
          <p:nvPr/>
        </p:nvSpPr>
        <p:spPr>
          <a:xfrm>
            <a:off x="640080" y="20116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Notes pile up unread. Action items stay buried in free text.</a:t>
            </a:r>
            <a:endParaRPr lang="en-US" sz="1600" dirty="0"/>
          </a:p>
        </p:txBody>
      </p:sp>
      <p:sp>
        <p:nvSpPr>
          <p:cNvPr id="6" name="solution card"/>
          <p:cNvSpPr/>
          <p:nvPr/>
        </p:nvSpPr>
        <p:spPr>
          <a:xfrm>
            <a:off x="32918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olution head"/>
          <p:cNvSpPr txBox="1"/>
          <p:nvPr/>
        </p:nvSpPr>
        <p:spPr>
          <a:xfrm>
            <a:off x="347472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Solution</a:t>
            </a:r>
            <a:endParaRPr lang="en-US" sz="2000" dirty="0"/>
          </a:p>
        </p:txBody>
      </p:sp>
      <p:sp>
        <p:nvSpPr>
          <p:cNvPr id="8" name="solution body"/>
          <p:cNvSpPr txBox="1"/>
          <p:nvPr/>
        </p:nvSpPr>
        <p:spPr>
          <a:xfrm>
            <a:off x="3474720" y="20116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One tap turns a note into a summary, tags and a task list.</a:t>
            </a:r>
            <a:endParaRPr lang="en-US" sz="1600" dirty="0"/>
          </a:p>
        </p:txBody>
      </p:sp>
      <p:sp>
        <p:nvSpPr>
          <p:cNvPr id="9" name="model card"/>
          <p:cNvSpPr/>
          <p:nvPr/>
        </p:nvSpPr>
        <p:spPr>
          <a:xfrm>
            <a:off x="612648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odel head"/>
          <p:cNvSpPr txBox="1"/>
          <p:nvPr/>
        </p:nvSpPr>
        <p:spPr>
          <a:xfrm>
            <a:off x="630936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Model</a:t>
            </a:r>
            <a:endParaRPr lang="en-US" sz="2000" dirty="0"/>
          </a:p>
        </p:txBody>
      </p:sp>
      <p:sp>
        <p:nvSpPr>
          <p:cNvPr id="11" name="model body"/>
          <p:cNvSpPr txBox="1"/>
          <p:nvPr/>
        </p:nvSpPr>
        <p:spPr>
          <a:xfrm>
            <a:off x="6309360" y="20116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Freemium: free monthly analyses, Pro plan [price TBD], team plan later.</a:t>
            </a:r>
            <a:endParaRPr lang="en-US" sz="1600" dirty="0"/>
          </a:p>
        </p:txBody>
      </p:sp>
      <p:sp>
        <p:nvSpPr>
          <p:cNvPr id="12" name="caption"/>
          <p:cNvSpPr txBox="1"/>
          <p:nvPr/>
        </p:nvSpPr>
        <p:spPr>
          <a:xfrm>
            <a:off x="457200" y="4343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Success metrics: weekly active users, analyses per user, 30-day retention.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MVP scope</a:t>
            </a:r>
            <a:endParaRPr lang="en-US" sz="3600" dirty="0"/>
          </a:p>
        </p:txBody>
      </p:sp>
      <p:sp>
        <p:nvSpPr>
          <p:cNvPr id="3" name="mobile card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bile head"/>
          <p:cNvSpPr txBox="1"/>
          <p:nvPr/>
        </p:nvSpPr>
        <p:spPr>
          <a:xfrm>
            <a:off x="64008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Mobile (Flutter)</a:t>
            </a:r>
            <a:endParaRPr lang="en-US" sz="2000" dirty="0"/>
          </a:p>
        </p:txBody>
      </p:sp>
      <p:sp>
        <p:nvSpPr>
          <p:cNvPr id="5" name="mobile body"/>
          <p:cNvSpPr txBox="1"/>
          <p:nvPr/>
        </p:nvSpPr>
        <p:spPr>
          <a:xfrm>
            <a:off x="640080" y="20116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Create and edit notes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Analyze button and results</a:t>
            </a:r>
            <a:endParaRPr lang="en-US" sz="1600" dirty="0"/>
          </a:p>
        </p:txBody>
      </p:sp>
      <p:sp>
        <p:nvSpPr>
          <p:cNvPr id="6" name="web card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web head"/>
          <p:cNvSpPr txBox="1"/>
          <p:nvPr/>
        </p:nvSpPr>
        <p:spPr>
          <a:xfrm>
            <a:off x="347472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Web (React)</a:t>
            </a:r>
            <a:endParaRPr lang="en-US" sz="2000" dirty="0"/>
          </a:p>
        </p:txBody>
      </p:sp>
      <p:sp>
        <p:nvSpPr>
          <p:cNvPr id="8" name="web body"/>
          <p:cNvSpPr txBox="1"/>
          <p:nvPr/>
        </p:nvSpPr>
        <p:spPr>
          <a:xfrm>
            <a:off x="3474720" y="20116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Dashboard with search and tags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Task board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Landing page</a:t>
            </a:r>
            <a:endParaRPr lang="en-US" sz="1600" dirty="0"/>
          </a:p>
        </p:txBody>
      </p:sp>
      <p:sp>
        <p:nvSpPr>
          <p:cNvPr id="9" name="ai card"/>
          <p:cNvSpPr/>
          <p:nvPr/>
        </p:nvSpPr>
        <p:spPr>
          <a:xfrm>
            <a:off x="612648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i head"/>
          <p:cNvSpPr txBox="1"/>
          <p:nvPr/>
        </p:nvSpPr>
        <p:spPr>
          <a:xfrm>
            <a:off x="630936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AI (FastAPI)</a:t>
            </a:r>
            <a:endParaRPr lang="en-US" sz="2000" dirty="0"/>
          </a:p>
        </p:txBody>
      </p:sp>
      <p:sp>
        <p:nvSpPr>
          <p:cNvPr id="11" name="ai body"/>
          <p:cNvSpPr txBox="1"/>
          <p:nvPr/>
        </p:nvSpPr>
        <p:spPr>
          <a:xfrm>
            <a:off x="6309360" y="20116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Summary, tags, tasks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Agent with tools, read-only first</a:t>
            </a:r>
            <a:endParaRPr lang="en-US" sz="1600" dirty="0"/>
          </a:p>
        </p:txBody>
      </p:sp>
      <p:sp>
        <p:nvSpPr>
          <p:cNvPr id="12" name="caption"/>
          <p:cNvSpPr txBox="1"/>
          <p:nvPr/>
        </p:nvSpPr>
        <p:spPr>
          <a:xfrm>
            <a:off x="457200" y="4343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Later: voice notes, sharing, semantic search.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box Flutter + React"/>
          <p:cNvSpPr/>
          <p:nvPr/>
        </p:nvSpPr>
        <p:spPr>
          <a:xfrm>
            <a:off x="457200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label Flutter + React"/>
          <p:cNvSpPr txBox="1"/>
          <p:nvPr/>
        </p:nvSpPr>
        <p:spPr>
          <a:xfrm>
            <a:off x="548640" y="13716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Flutter + React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Clients</a:t>
            </a:r>
            <a:endParaRPr lang="en-US" sz="1600" dirty="0"/>
          </a:p>
        </p:txBody>
      </p:sp>
      <p:sp>
        <p:nvSpPr>
          <p:cNvPr id="5" name="arrow 0"/>
          <p:cNvSpPr/>
          <p:nvPr/>
        </p:nvSpPr>
        <p:spPr>
          <a:xfrm>
            <a:off x="2286000" y="1828800"/>
            <a:ext cx="22860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box Laravel API"/>
          <p:cNvSpPr/>
          <p:nvPr/>
        </p:nvSpPr>
        <p:spPr>
          <a:xfrm>
            <a:off x="2560320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label Laravel API"/>
          <p:cNvSpPr txBox="1"/>
          <p:nvPr/>
        </p:nvSpPr>
        <p:spPr>
          <a:xfrm>
            <a:off x="2651760" y="13716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Laravel API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Auth, data, queue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4389120" y="1828800"/>
            <a:ext cx="22860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ox FastAPI"/>
          <p:cNvSpPr/>
          <p:nvPr/>
        </p:nvSpPr>
        <p:spPr>
          <a:xfrm>
            <a:off x="4663440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label FastAPI"/>
          <p:cNvSpPr txBox="1"/>
          <p:nvPr/>
        </p:nvSpPr>
        <p:spPr>
          <a:xfrm>
            <a:off x="4754880" y="13716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FastAPI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 logic, internal only</a:t>
            </a:r>
            <a:endParaRPr lang="en-US" sz="1600" dirty="0"/>
          </a:p>
        </p:txBody>
      </p:sp>
      <p:sp>
        <p:nvSpPr>
          <p:cNvPr id="11" name="arrow 2"/>
          <p:cNvSpPr/>
          <p:nvPr/>
        </p:nvSpPr>
        <p:spPr>
          <a:xfrm>
            <a:off x="6492240" y="1828800"/>
            <a:ext cx="22860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ox LLM API"/>
          <p:cNvSpPr/>
          <p:nvPr/>
        </p:nvSpPr>
        <p:spPr>
          <a:xfrm>
            <a:off x="6766560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label LLM API"/>
          <p:cNvSpPr txBox="1"/>
          <p:nvPr/>
        </p:nvSpPr>
        <p:spPr>
          <a:xfrm>
            <a:off x="6858000" y="13716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LLM API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Model</a:t>
            </a:r>
            <a:endParaRPr lang="en-US" sz="1600" dirty="0"/>
          </a:p>
        </p:txBody>
      </p:sp>
      <p:sp>
        <p:nvSpPr>
          <p:cNvPr id="14" name="arch points"/>
          <p:cNvSpPr txBox="1"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Clients talk to Laravel only; each user sees only their own notes.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Laravel validates AI output before saving it to the database.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Analysis runs in a queue, so requests never hang.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AB1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Roadmap: 8 to 10 weeks (estimate)</a:t>
            </a:r>
            <a:endParaRPr lang="en-US" sz="3600" dirty="0"/>
          </a:p>
        </p:txBody>
      </p:sp>
      <p:graphicFrame>
        <p:nvGraphicFramePr>
          <p:cNvPr id="6" name="roadm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Phase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Weeks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Laravel API, auth, permissions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1–2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Flutter app and first store build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2–4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FastAPI analysis and queue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4–5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React dashboard and landing page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5–7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Evaluation set and metrics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6–8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Agent with tools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7–8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Pilot release and fixes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9–10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Estimated costs</a:t>
            </a:r>
            <a:endParaRPr lang="en-US" sz="3600" dirty="0"/>
          </a:p>
        </p:txBody>
      </p:sp>
      <p:graphicFrame>
        <p:nvGraphicFramePr>
          <p:cNvPr id="7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749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Estimate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Apple Developer / Google Play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$99 per year / $25 once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Domain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$15 per year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Cloud hosting, pilot (2 services + database)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$30–60 per month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 API usage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$5–15 per 1,000 analyses [verify pricing]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 coding tools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$20–200 per month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Team time including reviewers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[__ person-weeks]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ption"/>
          <p:cNvSpPr txBox="1"/>
          <p:nvPr/>
        </p:nvSpPr>
        <p:spPr>
          <a:xfrm>
            <a:off x="457200" y="4343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Rough planning figures for a pilot; confirm before final budget.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Risks and the ask</a:t>
            </a:r>
            <a:endParaRPr lang="en-US" sz="3600" dirty="0"/>
          </a:p>
        </p:txBody>
      </p:sp>
      <p:sp>
        <p:nvSpPr>
          <p:cNvPr id="3" name="risks head"/>
          <p:cNvSpPr txBox="1"/>
          <p:nvPr/>
        </p:nvSpPr>
        <p:spPr>
          <a:xfrm>
            <a:off x="457200" y="1280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Risks and mitigation</a:t>
            </a:r>
            <a:endParaRPr lang="en-US" sz="2000" dirty="0"/>
          </a:p>
        </p:txBody>
      </p:sp>
      <p:sp>
        <p:nvSpPr>
          <p:cNvPr id="4" name="risks list"/>
          <p:cNvSpPr txBox="1"/>
          <p:nvPr/>
        </p:nvSpPr>
        <p:spPr>
          <a:xfrm>
            <a:off x="457200" y="17373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User data privacy: encryption, per-user access rules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AI mistakes: validated output, editable results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Agent actions: read-only first, confirm any change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API cost: per-user daily limits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AI-written code: tests plus security review by colleagues</a:t>
            </a:r>
            <a:endParaRPr lang="en-US" sz="1600" dirty="0"/>
          </a:p>
        </p:txBody>
      </p:sp>
      <p:sp>
        <p:nvSpPr>
          <p:cNvPr id="5" name="ask card"/>
          <p:cNvSpPr/>
          <p:nvPr/>
        </p:nvSpPr>
        <p:spPr>
          <a:xfrm>
            <a:off x="5760720" y="1280160"/>
            <a:ext cx="292608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ask head"/>
          <p:cNvSpPr txBox="1"/>
          <p:nvPr/>
        </p:nvSpPr>
        <p:spPr>
          <a:xfrm>
            <a:off x="59436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The ask</a:t>
            </a:r>
            <a:endParaRPr lang="en-US" sz="2000" dirty="0"/>
          </a:p>
        </p:txBody>
      </p:sp>
      <p:sp>
        <p:nvSpPr>
          <p:cNvPr id="7" name="ask list"/>
          <p:cNvSpPr txBox="1"/>
          <p:nvPr/>
        </p:nvSpPr>
        <p:spPr>
          <a:xfrm>
            <a:off x="5943600" y="192024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Approve a 10-week pilot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Budget [__]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[__] reviewer hours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AB1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Notes">
  <a:themeElements>
    <a:clrScheme name="Smart Notes">
      <a:dk1>
        <a:srgbClr val="14181F"/>
      </a:dk1>
      <a:lt1>
        <a:srgbClr val="FFFFFF"/>
      </a:lt1>
      <a:dk2>
        <a:srgbClr val="232A36"/>
      </a:dk2>
      <a:lt2>
        <a:srgbClr val="F2F4F7"/>
      </a:lt2>
      <a:accent1>
        <a:srgbClr val="2F6FED"/>
      </a:accent1>
      <a:accent2>
        <a:srgbClr val="F0A43A"/>
      </a:accent2>
      <a:accent3>
        <a:srgbClr val="5B6270"/>
      </a:accent3>
      <a:accent4>
        <a:srgbClr val="AAB1BF"/>
      </a:accent4>
      <a:accent5>
        <a:srgbClr val="DCE3F5"/>
      </a:accent5>
      <a:accent6>
        <a:srgbClr val="1B1F27"/>
      </a:accent6>
      <a:hlink>
        <a:srgbClr val="2F6FED"/>
      </a:hlink>
      <a:folHlink>
        <a:srgbClr val="5B6270"/>
      </a:folHlink>
    </a:clrScheme>
    <a:fontScheme name="Smart Not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Notes — Project Proposal</dc:title>
  <dc:subject>PptxGenJS Presentation</dc:subject>
  <dc:creator>Ehab Kamal Kamel Amin</dc:creator>
  <cp:lastModifiedBy>Ehab Kamal Kamel Amin</cp:lastModifiedBy>
  <cp:revision>1</cp:revision>
  <dcterms:created xsi:type="dcterms:W3CDTF">2026-10-13T08:33:09Z</dcterms:created>
  <dcterms:modified xsi:type="dcterms:W3CDTF">2026-10-13T08:33:09Z</dcterms:modified>
</cp:coreProperties>
</file>